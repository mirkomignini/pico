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qualification NOTES-702: do not book before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PPT-701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Meeting location: Ravenna.</a:t>
            </a:r>
          </a:p>
          <a:p>
            <a:r>
              <a:t>The fictional host is Paolo Valli.</a:t>
            </a:r>
          </a:p>
        </p:txBody>
      </p:sp>
      <p:pic>
        <p:nvPicPr>
          <p:cNvPr id="4" name="Picture 3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828800" cy="6650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EUR 246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